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DejaVu Sans"/>
              </a:defRPr>
            </a:pPr>
            <a:r>
              <a:t>Harmony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DejaVu Sans"/>
              </a:defRPr>
            </a:pPr>
            <a:r>
              <a:t>Key value 12345. Total 678.90. Slide 1</a:t>
            </a:r>
          </a:p>
        </p:txBody>
      </p:sp>
      <p:pic>
        <p:nvPicPr>
          <p:cNvPr id="4" name="Picture 3" descr="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4389120" cy="1828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27432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pPr>
                        <a:defRPr sz="1800">
                          <a:latin typeface="DejaVu Sans"/>
                        </a:defRPr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DejaVu Sans"/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800">
                          <a:latin typeface="DejaVu Sans"/>
                        </a:defRPr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DejaVu Sans"/>
                        </a:defRPr>
                      </a:pPr>
                      <a:r>
                        <a:t>678.90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DejaVu Sans"/>
              </a:defRPr>
            </a:pPr>
            <a:r>
              <a:t>Editable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DejaVu Sans"/>
              </a:defRPr>
            </a:pPr>
            <a:r>
              <a:t>Key value 12345. Total 678.90. Slide 2</a:t>
            </a:r>
          </a:p>
        </p:txBody>
      </p:sp>
      <p:pic>
        <p:nvPicPr>
          <p:cNvPr id="4" name="Picture 3" descr="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4389120" cy="1828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27432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pPr>
                        <a:defRPr sz="1800">
                          <a:latin typeface="DejaVu Sans"/>
                        </a:defRPr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DejaVu Sans"/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800">
                          <a:latin typeface="DejaVu Sans"/>
                        </a:defRPr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DejaVu Sans"/>
                        </a:defRPr>
                      </a:pPr>
                      <a:r>
                        <a:t>678.90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