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latin typeface="DejaVu Sans"/>
              </a:defRPr>
            </a:pPr>
            <a:r>
              <a:t>鸿蒙离线文档转换：金额 678.90，编号 12345。符号 ✓ → ©</a:t>
            </a:r>
          </a:p>
        </p:txBody>
      </p:sp>
      <p:pic>
        <p:nvPicPr>
          <p:cNvPr id="3" name="Picture 2" descr="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438912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